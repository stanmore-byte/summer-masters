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56" r:id="rId5"/>
    <p:sldId id="257" r:id="rId6"/>
    <p:sldId id="292" r:id="rId7"/>
    <p:sldId id="294" r:id="rId8"/>
    <p:sldId id="293" r:id="rId9"/>
    <p:sldId id="296" r:id="rId10"/>
    <p:sldId id="295" r:id="rId11"/>
    <p:sldId id="287" r:id="rId12"/>
    <p:sldId id="279" r:id="rId13"/>
    <p:sldId id="288" r:id="rId14"/>
    <p:sldId id="278" r:id="rId15"/>
    <p:sldId id="281" r:id="rId16"/>
    <p:sldId id="302" r:id="rId17"/>
    <p:sldId id="299" r:id="rId18"/>
    <p:sldId id="304" r:id="rId19"/>
    <p:sldId id="305" r:id="rId20"/>
    <p:sldId id="298" r:id="rId21"/>
    <p:sldId id="300" r:id="rId22"/>
    <p:sldId id="301" r:id="rId23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9155"/>
    <a:srgbClr val="61338F"/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D33820-66D9-45AC-909A-2ACE24CF7B15}" v="14" dt="2026-05-31T18:31:14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53" autoAdjust="0"/>
    <p:restoredTop sz="97095" autoAdjust="0"/>
  </p:normalViewPr>
  <p:slideViewPr>
    <p:cSldViewPr snapToGrid="0">
      <p:cViewPr varScale="1">
        <p:scale>
          <a:sx n="128" d="100"/>
          <a:sy n="128" d="100"/>
        </p:scale>
        <p:origin x="156" y="6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 Haughey" userId="31e66973-9b6f-4e62-8d53-fa9f1d2d6c62" providerId="ADAL" clId="{6A91411C-985D-4D5E-9FC9-C5EBA15B1F2F}"/>
    <pc:docChg chg="custSel addSld delSld modSld">
      <pc:chgData name="Will Haughey" userId="31e66973-9b6f-4e62-8d53-fa9f1d2d6c62" providerId="ADAL" clId="{6A91411C-985D-4D5E-9FC9-C5EBA15B1F2F}" dt="2026-05-31T18:32:01.811" v="222" actId="47"/>
      <pc:docMkLst>
        <pc:docMk/>
      </pc:docMkLst>
      <pc:sldChg chg="modSp mod">
        <pc:chgData name="Will Haughey" userId="31e66973-9b6f-4e62-8d53-fa9f1d2d6c62" providerId="ADAL" clId="{6A91411C-985D-4D5E-9FC9-C5EBA15B1F2F}" dt="2026-05-31T18:22:24.790" v="100" actId="1036"/>
        <pc:sldMkLst>
          <pc:docMk/>
          <pc:sldMk cId="103458723" sldId="281"/>
        </pc:sldMkLst>
        <pc:spChg chg="mod">
          <ac:chgData name="Will Haughey" userId="31e66973-9b6f-4e62-8d53-fa9f1d2d6c62" providerId="ADAL" clId="{6A91411C-985D-4D5E-9FC9-C5EBA15B1F2F}" dt="2026-05-31T18:22:24.790" v="100" actId="1036"/>
          <ac:spMkLst>
            <pc:docMk/>
            <pc:sldMk cId="103458723" sldId="281"/>
            <ac:spMk id="13" creationId="{806EB27B-3902-72A3-AA85-7FA3F49C7053}"/>
          </ac:spMkLst>
        </pc:spChg>
        <pc:spChg chg="mod">
          <ac:chgData name="Will Haughey" userId="31e66973-9b6f-4e62-8d53-fa9f1d2d6c62" providerId="ADAL" clId="{6A91411C-985D-4D5E-9FC9-C5EBA15B1F2F}" dt="2026-05-31T18:22:24.790" v="100" actId="1036"/>
          <ac:spMkLst>
            <pc:docMk/>
            <pc:sldMk cId="103458723" sldId="281"/>
            <ac:spMk id="15" creationId="{1DFFF62C-F5F3-7F9F-86B5-961EBBDF9C0E}"/>
          </ac:spMkLst>
        </pc:spChg>
        <pc:spChg chg="mod">
          <ac:chgData name="Will Haughey" userId="31e66973-9b6f-4e62-8d53-fa9f1d2d6c62" providerId="ADAL" clId="{6A91411C-985D-4D5E-9FC9-C5EBA15B1F2F}" dt="2026-05-31T18:22:24.790" v="100" actId="1036"/>
          <ac:spMkLst>
            <pc:docMk/>
            <pc:sldMk cId="103458723" sldId="281"/>
            <ac:spMk id="16" creationId="{F72F8520-15DF-CDBC-41C6-B67666C8BD99}"/>
          </ac:spMkLst>
        </pc:spChg>
        <pc:spChg chg="mod">
          <ac:chgData name="Will Haughey" userId="31e66973-9b6f-4e62-8d53-fa9f1d2d6c62" providerId="ADAL" clId="{6A91411C-985D-4D5E-9FC9-C5EBA15B1F2F}" dt="2026-05-31T18:22:24.790" v="100" actId="1036"/>
          <ac:spMkLst>
            <pc:docMk/>
            <pc:sldMk cId="103458723" sldId="281"/>
            <ac:spMk id="17" creationId="{5A1E9E16-93E8-356A-7C6D-50223137DD88}"/>
          </ac:spMkLst>
        </pc:spChg>
        <pc:spChg chg="mod">
          <ac:chgData name="Will Haughey" userId="31e66973-9b6f-4e62-8d53-fa9f1d2d6c62" providerId="ADAL" clId="{6A91411C-985D-4D5E-9FC9-C5EBA15B1F2F}" dt="2026-05-31T18:22:24.790" v="100" actId="1036"/>
          <ac:spMkLst>
            <pc:docMk/>
            <pc:sldMk cId="103458723" sldId="281"/>
            <ac:spMk id="18" creationId="{4834CD0E-A42A-F32C-62D8-6608D70F12BA}"/>
          </ac:spMkLst>
        </pc:spChg>
        <pc:spChg chg="mod">
          <ac:chgData name="Will Haughey" userId="31e66973-9b6f-4e62-8d53-fa9f1d2d6c62" providerId="ADAL" clId="{6A91411C-985D-4D5E-9FC9-C5EBA15B1F2F}" dt="2026-05-31T18:22:24.790" v="100" actId="1036"/>
          <ac:spMkLst>
            <pc:docMk/>
            <pc:sldMk cId="103458723" sldId="281"/>
            <ac:spMk id="19" creationId="{D49E65DE-2ADC-BAB5-E0D5-665B6C82C636}"/>
          </ac:spMkLst>
        </pc:spChg>
        <pc:graphicFrameChg chg="mod modGraphic">
          <ac:chgData name="Will Haughey" userId="31e66973-9b6f-4e62-8d53-fa9f1d2d6c62" providerId="ADAL" clId="{6A91411C-985D-4D5E-9FC9-C5EBA15B1F2F}" dt="2026-05-31T18:22:13.160" v="66" actId="1076"/>
          <ac:graphicFrameMkLst>
            <pc:docMk/>
            <pc:sldMk cId="103458723" sldId="281"/>
            <ac:graphicFrameMk id="3" creationId="{70B9AB82-75ED-94B2-6D60-3AEDF87C59CA}"/>
          </ac:graphicFrameMkLst>
        </pc:graphicFrameChg>
      </pc:sldChg>
      <pc:sldChg chg="addSp delSp modSp mod">
        <pc:chgData name="Will Haughey" userId="31e66973-9b6f-4e62-8d53-fa9f1d2d6c62" providerId="ADAL" clId="{6A91411C-985D-4D5E-9FC9-C5EBA15B1F2F}" dt="2026-05-31T18:31:41.460" v="221" actId="14100"/>
        <pc:sldMkLst>
          <pc:docMk/>
          <pc:sldMk cId="2887809724" sldId="288"/>
        </pc:sldMkLst>
        <pc:spChg chg="mod">
          <ac:chgData name="Will Haughey" userId="31e66973-9b6f-4e62-8d53-fa9f1d2d6c62" providerId="ADAL" clId="{6A91411C-985D-4D5E-9FC9-C5EBA15B1F2F}" dt="2026-05-31T18:31:41.460" v="221" actId="14100"/>
          <ac:spMkLst>
            <pc:docMk/>
            <pc:sldMk cId="2887809724" sldId="288"/>
            <ac:spMk id="2" creationId="{C7230624-C25F-1DCC-2795-687C406FD086}"/>
          </ac:spMkLst>
        </pc:spChg>
        <pc:spChg chg="add mod">
          <ac:chgData name="Will Haughey" userId="31e66973-9b6f-4e62-8d53-fa9f1d2d6c62" providerId="ADAL" clId="{6A91411C-985D-4D5E-9FC9-C5EBA15B1F2F}" dt="2026-05-31T18:31:19.445" v="209" actId="1076"/>
          <ac:spMkLst>
            <pc:docMk/>
            <pc:sldMk cId="2887809724" sldId="288"/>
            <ac:spMk id="7" creationId="{4877D731-C4C5-0C17-6773-32BBBE32E82F}"/>
          </ac:spMkLst>
        </pc:spChg>
        <pc:spChg chg="del">
          <ac:chgData name="Will Haughey" userId="31e66973-9b6f-4e62-8d53-fa9f1d2d6c62" providerId="ADAL" clId="{6A91411C-985D-4D5E-9FC9-C5EBA15B1F2F}" dt="2026-05-31T18:16:57.929" v="1" actId="478"/>
          <ac:spMkLst>
            <pc:docMk/>
            <pc:sldMk cId="2887809724" sldId="288"/>
            <ac:spMk id="15" creationId="{B506BD64-30EC-95B2-3E78-6263BBF11612}"/>
          </ac:spMkLst>
        </pc:spChg>
        <pc:picChg chg="del">
          <ac:chgData name="Will Haughey" userId="31e66973-9b6f-4e62-8d53-fa9f1d2d6c62" providerId="ADAL" clId="{6A91411C-985D-4D5E-9FC9-C5EBA15B1F2F}" dt="2026-05-31T18:16:55.749" v="0" actId="478"/>
          <ac:picMkLst>
            <pc:docMk/>
            <pc:sldMk cId="2887809724" sldId="288"/>
            <ac:picMk id="5" creationId="{E48D03F2-1D28-79A0-90D1-8903478A3C60}"/>
          </ac:picMkLst>
        </pc:picChg>
        <pc:picChg chg="add mod">
          <ac:chgData name="Will Haughey" userId="31e66973-9b6f-4e62-8d53-fa9f1d2d6c62" providerId="ADAL" clId="{6A91411C-985D-4D5E-9FC9-C5EBA15B1F2F}" dt="2026-05-31T18:31:08.069" v="207" actId="14100"/>
          <ac:picMkLst>
            <pc:docMk/>
            <pc:sldMk cId="2887809724" sldId="288"/>
            <ac:picMk id="6" creationId="{1C3DCA7B-D4B1-B4A0-2B05-4D685BAD5E4D}"/>
          </ac:picMkLst>
        </pc:picChg>
        <pc:cxnChg chg="mod ord">
          <ac:chgData name="Will Haughey" userId="31e66973-9b6f-4e62-8d53-fa9f1d2d6c62" providerId="ADAL" clId="{6A91411C-985D-4D5E-9FC9-C5EBA15B1F2F}" dt="2026-05-31T18:31:30.458" v="213" actId="14100"/>
          <ac:cxnSpMkLst>
            <pc:docMk/>
            <pc:sldMk cId="2887809724" sldId="288"/>
            <ac:cxnSpMk id="12" creationId="{7CC6CC03-7B10-D0EC-993F-9EF3F82CD146}"/>
          </ac:cxnSpMkLst>
        </pc:cxnChg>
      </pc:sldChg>
      <pc:sldChg chg="del">
        <pc:chgData name="Will Haughey" userId="31e66973-9b6f-4e62-8d53-fa9f1d2d6c62" providerId="ADAL" clId="{6A91411C-985D-4D5E-9FC9-C5EBA15B1F2F}" dt="2026-05-31T18:32:01.811" v="222" actId="47"/>
        <pc:sldMkLst>
          <pc:docMk/>
          <pc:sldMk cId="3171328949" sldId="289"/>
        </pc:sldMkLst>
      </pc:sldChg>
      <pc:sldChg chg="modSp mod">
        <pc:chgData name="Will Haughey" userId="31e66973-9b6f-4e62-8d53-fa9f1d2d6c62" providerId="ADAL" clId="{6A91411C-985D-4D5E-9FC9-C5EBA15B1F2F}" dt="2026-05-31T18:29:13.712" v="189" actId="20577"/>
        <pc:sldMkLst>
          <pc:docMk/>
          <pc:sldMk cId="1254444925" sldId="298"/>
        </pc:sldMkLst>
        <pc:spChg chg="mod">
          <ac:chgData name="Will Haughey" userId="31e66973-9b6f-4e62-8d53-fa9f1d2d6c62" providerId="ADAL" clId="{6A91411C-985D-4D5E-9FC9-C5EBA15B1F2F}" dt="2026-05-31T18:29:13.712" v="189" actId="20577"/>
          <ac:spMkLst>
            <pc:docMk/>
            <pc:sldMk cId="1254444925" sldId="298"/>
            <ac:spMk id="35" creationId="{73894DC1-9F9A-4C93-AE56-D4F2590E8079}"/>
          </ac:spMkLst>
        </pc:spChg>
      </pc:sldChg>
      <pc:sldChg chg="addSp delSp modSp mod modClrScheme chgLayout">
        <pc:chgData name="Will Haughey" userId="31e66973-9b6f-4e62-8d53-fa9f1d2d6c62" providerId="ADAL" clId="{6A91411C-985D-4D5E-9FC9-C5EBA15B1F2F}" dt="2026-05-31T18:26:53.873" v="158" actId="1076"/>
        <pc:sldMkLst>
          <pc:docMk/>
          <pc:sldMk cId="3534736507" sldId="299"/>
        </pc:sldMkLst>
        <pc:spChg chg="del">
          <ac:chgData name="Will Haughey" userId="31e66973-9b6f-4e62-8d53-fa9f1d2d6c62" providerId="ADAL" clId="{6A91411C-985D-4D5E-9FC9-C5EBA15B1F2F}" dt="2026-05-31T18:25:50.430" v="149" actId="478"/>
          <ac:spMkLst>
            <pc:docMk/>
            <pc:sldMk cId="3534736507" sldId="299"/>
            <ac:spMk id="2" creationId="{83039022-FF58-2A23-86D0-78507C96155A}"/>
          </ac:spMkLst>
        </pc:spChg>
        <pc:spChg chg="add mod">
          <ac:chgData name="Will Haughey" userId="31e66973-9b6f-4e62-8d53-fa9f1d2d6c62" providerId="ADAL" clId="{6A91411C-985D-4D5E-9FC9-C5EBA15B1F2F}" dt="2026-05-31T18:26:48.682" v="157" actId="26606"/>
          <ac:spMkLst>
            <pc:docMk/>
            <pc:sldMk cId="3534736507" sldId="299"/>
            <ac:spMk id="3" creationId="{A8E185D6-4CB8-E960-4414-6402336E8C19}"/>
          </ac:spMkLst>
        </pc:spChg>
        <pc:spChg chg="add del mod">
          <ac:chgData name="Will Haughey" userId="31e66973-9b6f-4e62-8d53-fa9f1d2d6c62" providerId="ADAL" clId="{6A91411C-985D-4D5E-9FC9-C5EBA15B1F2F}" dt="2026-05-31T18:25:44.890" v="147" actId="478"/>
          <ac:spMkLst>
            <pc:docMk/>
            <pc:sldMk cId="3534736507" sldId="299"/>
            <ac:spMk id="5" creationId="{C7514C08-B0C9-D6CB-C4E5-71AD80D822AC}"/>
          </ac:spMkLst>
        </pc:spChg>
        <pc:spChg chg="add del mod">
          <ac:chgData name="Will Haughey" userId="31e66973-9b6f-4e62-8d53-fa9f1d2d6c62" providerId="ADAL" clId="{6A91411C-985D-4D5E-9FC9-C5EBA15B1F2F}" dt="2026-05-31T18:25:48.027" v="148" actId="478"/>
          <ac:spMkLst>
            <pc:docMk/>
            <pc:sldMk cId="3534736507" sldId="299"/>
            <ac:spMk id="7" creationId="{BD4FFE58-4066-BCE7-6D13-1F7F2DA9E5CB}"/>
          </ac:spMkLst>
        </pc:spChg>
        <pc:spChg chg="del">
          <ac:chgData name="Will Haughey" userId="31e66973-9b6f-4e62-8d53-fa9f1d2d6c62" providerId="ADAL" clId="{6A91411C-985D-4D5E-9FC9-C5EBA15B1F2F}" dt="2026-05-31T18:25:44.890" v="147" actId="478"/>
          <ac:spMkLst>
            <pc:docMk/>
            <pc:sldMk cId="3534736507" sldId="299"/>
            <ac:spMk id="8" creationId="{B0E5D99A-85EA-6632-F07E-5E38B8F4B71A}"/>
          </ac:spMkLst>
        </pc:spChg>
        <pc:spChg chg="add del mod">
          <ac:chgData name="Will Haughey" userId="31e66973-9b6f-4e62-8d53-fa9f1d2d6c62" providerId="ADAL" clId="{6A91411C-985D-4D5E-9FC9-C5EBA15B1F2F}" dt="2026-05-31T18:25:48.027" v="148" actId="478"/>
          <ac:spMkLst>
            <pc:docMk/>
            <pc:sldMk cId="3534736507" sldId="299"/>
            <ac:spMk id="10" creationId="{ECB1C657-8DF0-D3AF-5C8F-914A3B09BB97}"/>
          </ac:spMkLst>
        </pc:spChg>
        <pc:spChg chg="del">
          <ac:chgData name="Will Haughey" userId="31e66973-9b6f-4e62-8d53-fa9f1d2d6c62" providerId="ADAL" clId="{6A91411C-985D-4D5E-9FC9-C5EBA15B1F2F}" dt="2026-05-31T18:25:44.890" v="147" actId="478"/>
          <ac:spMkLst>
            <pc:docMk/>
            <pc:sldMk cId="3534736507" sldId="299"/>
            <ac:spMk id="12" creationId="{E1860AA7-C723-BBE1-9865-8F00D7CA95BC}"/>
          </ac:spMkLst>
        </pc:spChg>
        <pc:spChg chg="add del mod">
          <ac:chgData name="Will Haughey" userId="31e66973-9b6f-4e62-8d53-fa9f1d2d6c62" providerId="ADAL" clId="{6A91411C-985D-4D5E-9FC9-C5EBA15B1F2F}" dt="2026-05-31T18:25:48.027" v="148" actId="478"/>
          <ac:spMkLst>
            <pc:docMk/>
            <pc:sldMk cId="3534736507" sldId="299"/>
            <ac:spMk id="13" creationId="{089A12F7-E6E6-2EE7-0E9C-DD6FA19C045C}"/>
          </ac:spMkLst>
        </pc:spChg>
        <pc:spChg chg="del">
          <ac:chgData name="Will Haughey" userId="31e66973-9b6f-4e62-8d53-fa9f1d2d6c62" providerId="ADAL" clId="{6A91411C-985D-4D5E-9FC9-C5EBA15B1F2F}" dt="2026-05-31T18:25:44.890" v="147" actId="478"/>
          <ac:spMkLst>
            <pc:docMk/>
            <pc:sldMk cId="3534736507" sldId="299"/>
            <ac:spMk id="14" creationId="{74CCE587-DE28-5834-058F-17CE2595A577}"/>
          </ac:spMkLst>
        </pc:spChg>
        <pc:spChg chg="add del mod">
          <ac:chgData name="Will Haughey" userId="31e66973-9b6f-4e62-8d53-fa9f1d2d6c62" providerId="ADAL" clId="{6A91411C-985D-4D5E-9FC9-C5EBA15B1F2F}" dt="2026-05-31T18:25:52.632" v="150" actId="478"/>
          <ac:spMkLst>
            <pc:docMk/>
            <pc:sldMk cId="3534736507" sldId="299"/>
            <ac:spMk id="16" creationId="{67FE4C67-B704-9C65-A8C7-85595E77D6BF}"/>
          </ac:spMkLst>
        </pc:spChg>
        <pc:spChg chg="del">
          <ac:chgData name="Will Haughey" userId="31e66973-9b6f-4e62-8d53-fa9f1d2d6c62" providerId="ADAL" clId="{6A91411C-985D-4D5E-9FC9-C5EBA15B1F2F}" dt="2026-05-31T18:25:40.826" v="146" actId="478"/>
          <ac:spMkLst>
            <pc:docMk/>
            <pc:sldMk cId="3534736507" sldId="299"/>
            <ac:spMk id="35" creationId="{85511BFA-D2F3-87EA-5C7E-B1F9C2DC45E6}"/>
          </ac:spMkLst>
        </pc:spChg>
        <pc:spChg chg="del">
          <ac:chgData name="Will Haughey" userId="31e66973-9b6f-4e62-8d53-fa9f1d2d6c62" providerId="ADAL" clId="{6A91411C-985D-4D5E-9FC9-C5EBA15B1F2F}" dt="2026-05-31T18:25:44.890" v="147" actId="478"/>
          <ac:spMkLst>
            <pc:docMk/>
            <pc:sldMk cId="3534736507" sldId="299"/>
            <ac:spMk id="50" creationId="{47675E6D-AC80-A5E1-D048-C498CDFA939F}"/>
          </ac:spMkLst>
        </pc:spChg>
        <pc:picChg chg="add mod">
          <ac:chgData name="Will Haughey" userId="31e66973-9b6f-4e62-8d53-fa9f1d2d6c62" providerId="ADAL" clId="{6A91411C-985D-4D5E-9FC9-C5EBA15B1F2F}" dt="2026-05-31T18:26:53.873" v="158" actId="1076"/>
          <ac:picMkLst>
            <pc:docMk/>
            <pc:sldMk cId="3534736507" sldId="299"/>
            <ac:picMk id="18" creationId="{D7336BD0-6D8C-E310-9715-23CF91B600AB}"/>
          </ac:picMkLst>
        </pc:picChg>
      </pc:sldChg>
      <pc:sldChg chg="addSp delSp modSp mod">
        <pc:chgData name="Will Haughey" userId="31e66973-9b6f-4e62-8d53-fa9f1d2d6c62" providerId="ADAL" clId="{6A91411C-985D-4D5E-9FC9-C5EBA15B1F2F}" dt="2026-05-31T18:25:35.201" v="144" actId="1076"/>
        <pc:sldMkLst>
          <pc:docMk/>
          <pc:sldMk cId="132831728" sldId="302"/>
        </pc:sldMkLst>
        <pc:spChg chg="mod">
          <ac:chgData name="Will Haughey" userId="31e66973-9b6f-4e62-8d53-fa9f1d2d6c62" providerId="ADAL" clId="{6A91411C-985D-4D5E-9FC9-C5EBA15B1F2F}" dt="2026-05-31T18:25:35.201" v="144" actId="1076"/>
          <ac:spMkLst>
            <pc:docMk/>
            <pc:sldMk cId="132831728" sldId="302"/>
            <ac:spMk id="2" creationId="{CD277B26-7354-0A2F-D43A-B461E3519D4E}"/>
          </ac:spMkLst>
        </pc:spChg>
        <pc:spChg chg="mod">
          <ac:chgData name="Will Haughey" userId="31e66973-9b6f-4e62-8d53-fa9f1d2d6c62" providerId="ADAL" clId="{6A91411C-985D-4D5E-9FC9-C5EBA15B1F2F}" dt="2026-05-31T18:25:05.285" v="141" actId="1076"/>
          <ac:spMkLst>
            <pc:docMk/>
            <pc:sldMk cId="132831728" sldId="302"/>
            <ac:spMk id="3" creationId="{9C850AE3-D440-8123-0B68-53477F9E2A1A}"/>
          </ac:spMkLst>
        </pc:spChg>
        <pc:spChg chg="del">
          <ac:chgData name="Will Haughey" userId="31e66973-9b6f-4e62-8d53-fa9f1d2d6c62" providerId="ADAL" clId="{6A91411C-985D-4D5E-9FC9-C5EBA15B1F2F}" dt="2026-05-31T18:23:02.088" v="117" actId="21"/>
          <ac:spMkLst>
            <pc:docMk/>
            <pc:sldMk cId="132831728" sldId="302"/>
            <ac:spMk id="4" creationId="{00EC2461-9C75-256A-5902-C181CBB4CA24}"/>
          </ac:spMkLst>
        </pc:spChg>
        <pc:spChg chg="mod">
          <ac:chgData name="Will Haughey" userId="31e66973-9b6f-4e62-8d53-fa9f1d2d6c62" providerId="ADAL" clId="{6A91411C-985D-4D5E-9FC9-C5EBA15B1F2F}" dt="2026-05-31T18:23:09.105" v="120" actId="1076"/>
          <ac:spMkLst>
            <pc:docMk/>
            <pc:sldMk cId="132831728" sldId="302"/>
            <ac:spMk id="5" creationId="{8FC0F518-1E69-87BB-21C5-77394B9BC285}"/>
          </ac:spMkLst>
        </pc:spChg>
        <pc:spChg chg="mod">
          <ac:chgData name="Will Haughey" userId="31e66973-9b6f-4e62-8d53-fa9f1d2d6c62" providerId="ADAL" clId="{6A91411C-985D-4D5E-9FC9-C5EBA15B1F2F}" dt="2026-05-31T18:24:55.465" v="139" actId="1076"/>
          <ac:spMkLst>
            <pc:docMk/>
            <pc:sldMk cId="132831728" sldId="302"/>
            <ac:spMk id="6" creationId="{0D832553-9B2B-A19A-C8A4-1020B4C90844}"/>
          </ac:spMkLst>
        </pc:spChg>
        <pc:spChg chg="add mod ord">
          <ac:chgData name="Will Haughey" userId="31e66973-9b6f-4e62-8d53-fa9f1d2d6c62" providerId="ADAL" clId="{6A91411C-985D-4D5E-9FC9-C5EBA15B1F2F}" dt="2026-05-31T18:23:38.456" v="130" actId="1076"/>
          <ac:spMkLst>
            <pc:docMk/>
            <pc:sldMk cId="132831728" sldId="302"/>
            <ac:spMk id="7" creationId="{00EC2461-9C75-256A-5902-C181CBB4CA24}"/>
          </ac:spMkLst>
        </pc:spChg>
        <pc:spChg chg="mod">
          <ac:chgData name="Will Haughey" userId="31e66973-9b6f-4e62-8d53-fa9f1d2d6c62" providerId="ADAL" clId="{6A91411C-985D-4D5E-9FC9-C5EBA15B1F2F}" dt="2026-05-31T18:24:52.651" v="138" actId="1076"/>
          <ac:spMkLst>
            <pc:docMk/>
            <pc:sldMk cId="132831728" sldId="302"/>
            <ac:spMk id="9" creationId="{569C8695-EA4F-3A10-A058-A3EAD60ACDC3}"/>
          </ac:spMkLst>
        </pc:spChg>
        <pc:spChg chg="mod">
          <ac:chgData name="Will Haughey" userId="31e66973-9b6f-4e62-8d53-fa9f1d2d6c62" providerId="ADAL" clId="{6A91411C-985D-4D5E-9FC9-C5EBA15B1F2F}" dt="2026-05-31T18:25:01.027" v="140" actId="255"/>
          <ac:spMkLst>
            <pc:docMk/>
            <pc:sldMk cId="132831728" sldId="302"/>
            <ac:spMk id="10" creationId="{3C106E11-DEB2-4F77-553E-915657FBD2C4}"/>
          </ac:spMkLst>
        </pc:spChg>
        <pc:spChg chg="mod">
          <ac:chgData name="Will Haughey" userId="31e66973-9b6f-4e62-8d53-fa9f1d2d6c62" providerId="ADAL" clId="{6A91411C-985D-4D5E-9FC9-C5EBA15B1F2F}" dt="2026-05-31T18:23:20.134" v="125" actId="1076"/>
          <ac:spMkLst>
            <pc:docMk/>
            <pc:sldMk cId="132831728" sldId="302"/>
            <ac:spMk id="12" creationId="{1CA5F98A-D1F8-142C-0759-36A5F70933E9}"/>
          </ac:spMkLst>
        </pc:spChg>
        <pc:spChg chg="mod">
          <ac:chgData name="Will Haughey" userId="31e66973-9b6f-4e62-8d53-fa9f1d2d6c62" providerId="ADAL" clId="{6A91411C-985D-4D5E-9FC9-C5EBA15B1F2F}" dt="2026-05-31T18:24:02.049" v="132" actId="1076"/>
          <ac:spMkLst>
            <pc:docMk/>
            <pc:sldMk cId="132831728" sldId="302"/>
            <ac:spMk id="17" creationId="{0978F390-FC01-0AA4-AA9E-2126E465281B}"/>
          </ac:spMkLst>
        </pc:spChg>
        <pc:spChg chg="mod">
          <ac:chgData name="Will Haughey" userId="31e66973-9b6f-4e62-8d53-fa9f1d2d6c62" providerId="ADAL" clId="{6A91411C-985D-4D5E-9FC9-C5EBA15B1F2F}" dt="2026-05-31T18:24:08.486" v="134" actId="1076"/>
          <ac:spMkLst>
            <pc:docMk/>
            <pc:sldMk cId="132831728" sldId="302"/>
            <ac:spMk id="18" creationId="{A5E4E7C3-606D-175E-9570-B763AE6F9F61}"/>
          </ac:spMkLst>
        </pc:spChg>
        <pc:spChg chg="mod">
          <ac:chgData name="Will Haughey" userId="31e66973-9b6f-4e62-8d53-fa9f1d2d6c62" providerId="ADAL" clId="{6A91411C-985D-4D5E-9FC9-C5EBA15B1F2F}" dt="2026-05-31T18:24:05.258" v="133" actId="1076"/>
          <ac:spMkLst>
            <pc:docMk/>
            <pc:sldMk cId="132831728" sldId="302"/>
            <ac:spMk id="19" creationId="{50C89D10-3DB9-68C5-98D6-7E5B9A901AB2}"/>
          </ac:spMkLst>
        </pc:spChg>
        <pc:picChg chg="mod">
          <ac:chgData name="Will Haughey" userId="31e66973-9b6f-4e62-8d53-fa9f1d2d6c62" providerId="ADAL" clId="{6A91411C-985D-4D5E-9FC9-C5EBA15B1F2F}" dt="2026-05-31T18:25:14.603" v="142" actId="1076"/>
          <ac:picMkLst>
            <pc:docMk/>
            <pc:sldMk cId="132831728" sldId="302"/>
            <ac:picMk id="11" creationId="{B0894821-8E5B-4644-7204-EF4BDC57DF4B}"/>
          </ac:picMkLst>
        </pc:picChg>
        <pc:cxnChg chg="mod">
          <ac:chgData name="Will Haughey" userId="31e66973-9b6f-4e62-8d53-fa9f1d2d6c62" providerId="ADAL" clId="{6A91411C-985D-4D5E-9FC9-C5EBA15B1F2F}" dt="2026-05-31T18:23:20.134" v="125" actId="1076"/>
          <ac:cxnSpMkLst>
            <pc:docMk/>
            <pc:sldMk cId="132831728" sldId="302"/>
            <ac:cxnSpMk id="20" creationId="{742C5094-69BE-0422-C637-BA062A92204D}"/>
          </ac:cxnSpMkLst>
        </pc:cxnChg>
        <pc:cxnChg chg="mod">
          <ac:chgData name="Will Haughey" userId="31e66973-9b6f-4e62-8d53-fa9f1d2d6c62" providerId="ADAL" clId="{6A91411C-985D-4D5E-9FC9-C5EBA15B1F2F}" dt="2026-05-31T18:23:29.786" v="128" actId="14100"/>
          <ac:cxnSpMkLst>
            <pc:docMk/>
            <pc:sldMk cId="132831728" sldId="302"/>
            <ac:cxnSpMk id="22" creationId="{C5B200DB-0995-E90E-689B-0E6A4119011F}"/>
          </ac:cxnSpMkLst>
        </pc:cxnChg>
      </pc:sldChg>
      <pc:sldChg chg="addSp delSp modSp add del mod">
        <pc:chgData name="Will Haughey" userId="31e66973-9b6f-4e62-8d53-fa9f1d2d6c62" providerId="ADAL" clId="{6A91411C-985D-4D5E-9FC9-C5EBA15B1F2F}" dt="2026-05-31T18:29:04.519" v="176" actId="47"/>
        <pc:sldMkLst>
          <pc:docMk/>
          <pc:sldMk cId="650063099" sldId="303"/>
        </pc:sldMkLst>
        <pc:spChg chg="del">
          <ac:chgData name="Will Haughey" userId="31e66973-9b6f-4e62-8d53-fa9f1d2d6c62" providerId="ADAL" clId="{6A91411C-985D-4D5E-9FC9-C5EBA15B1F2F}" dt="2026-05-31T18:28:01.803" v="172" actId="478"/>
          <ac:spMkLst>
            <pc:docMk/>
            <pc:sldMk cId="650063099" sldId="303"/>
            <ac:spMk id="2" creationId="{9187926F-4E64-A2BA-F616-6B5782869A22}"/>
          </ac:spMkLst>
        </pc:spChg>
        <pc:spChg chg="add del mod">
          <ac:chgData name="Will Haughey" userId="31e66973-9b6f-4e62-8d53-fa9f1d2d6c62" providerId="ADAL" clId="{6A91411C-985D-4D5E-9FC9-C5EBA15B1F2F}" dt="2026-05-31T18:27:59.474" v="171" actId="478"/>
          <ac:spMkLst>
            <pc:docMk/>
            <pc:sldMk cId="650063099" sldId="303"/>
            <ac:spMk id="4" creationId="{18DC3FE0-4C96-76E7-82DE-01E329125206}"/>
          </ac:spMkLst>
        </pc:spChg>
        <pc:spChg chg="add del mod">
          <ac:chgData name="Will Haughey" userId="31e66973-9b6f-4e62-8d53-fa9f1d2d6c62" providerId="ADAL" clId="{6A91411C-985D-4D5E-9FC9-C5EBA15B1F2F}" dt="2026-05-31T18:27:59.474" v="171" actId="478"/>
          <ac:spMkLst>
            <pc:docMk/>
            <pc:sldMk cId="650063099" sldId="303"/>
            <ac:spMk id="6" creationId="{0E783B9B-2056-7B8D-2525-BB80E64E8BF7}"/>
          </ac:spMkLst>
        </pc:spChg>
        <pc:spChg chg="del">
          <ac:chgData name="Will Haughey" userId="31e66973-9b6f-4e62-8d53-fa9f1d2d6c62" providerId="ADAL" clId="{6A91411C-985D-4D5E-9FC9-C5EBA15B1F2F}" dt="2026-05-31T18:27:55.769" v="170" actId="478"/>
          <ac:spMkLst>
            <pc:docMk/>
            <pc:sldMk cId="650063099" sldId="303"/>
            <ac:spMk id="8" creationId="{BD6D1088-F130-2145-5DFF-FD07F1370D55}"/>
          </ac:spMkLst>
        </pc:spChg>
        <pc:spChg chg="add del mod">
          <ac:chgData name="Will Haughey" userId="31e66973-9b6f-4e62-8d53-fa9f1d2d6c62" providerId="ADAL" clId="{6A91411C-985D-4D5E-9FC9-C5EBA15B1F2F}" dt="2026-05-31T18:27:59.474" v="171" actId="478"/>
          <ac:spMkLst>
            <pc:docMk/>
            <pc:sldMk cId="650063099" sldId="303"/>
            <ac:spMk id="9" creationId="{111F3DF8-2C58-E493-84DE-A5F4D95D6788}"/>
          </ac:spMkLst>
        </pc:spChg>
        <pc:spChg chg="add del mod">
          <ac:chgData name="Will Haughey" userId="31e66973-9b6f-4e62-8d53-fa9f1d2d6c62" providerId="ADAL" clId="{6A91411C-985D-4D5E-9FC9-C5EBA15B1F2F}" dt="2026-05-31T18:27:59.474" v="171" actId="478"/>
          <ac:spMkLst>
            <pc:docMk/>
            <pc:sldMk cId="650063099" sldId="303"/>
            <ac:spMk id="11" creationId="{0AA2C3A7-1598-6942-07C2-8BEB34CDB8D3}"/>
          </ac:spMkLst>
        </pc:spChg>
        <pc:spChg chg="del">
          <ac:chgData name="Will Haughey" userId="31e66973-9b6f-4e62-8d53-fa9f1d2d6c62" providerId="ADAL" clId="{6A91411C-985D-4D5E-9FC9-C5EBA15B1F2F}" dt="2026-05-31T18:27:55.769" v="170" actId="478"/>
          <ac:spMkLst>
            <pc:docMk/>
            <pc:sldMk cId="650063099" sldId="303"/>
            <ac:spMk id="12" creationId="{860B8B52-5942-31DC-65D8-AA580A7A5C5D}"/>
          </ac:spMkLst>
        </pc:spChg>
        <pc:spChg chg="del">
          <ac:chgData name="Will Haughey" userId="31e66973-9b6f-4e62-8d53-fa9f1d2d6c62" providerId="ADAL" clId="{6A91411C-985D-4D5E-9FC9-C5EBA15B1F2F}" dt="2026-05-31T18:27:55.769" v="170" actId="478"/>
          <ac:spMkLst>
            <pc:docMk/>
            <pc:sldMk cId="650063099" sldId="303"/>
            <ac:spMk id="14" creationId="{C6F0B8D8-EDF7-BB2B-990E-D050BCC9856B}"/>
          </ac:spMkLst>
        </pc:spChg>
        <pc:spChg chg="add del mod">
          <ac:chgData name="Will Haughey" userId="31e66973-9b6f-4e62-8d53-fa9f1d2d6c62" providerId="ADAL" clId="{6A91411C-985D-4D5E-9FC9-C5EBA15B1F2F}" dt="2026-05-31T18:28:03.464" v="173" actId="478"/>
          <ac:spMkLst>
            <pc:docMk/>
            <pc:sldMk cId="650063099" sldId="303"/>
            <ac:spMk id="15" creationId="{2E33C748-D65E-1BD8-925F-742F03717987}"/>
          </ac:spMkLst>
        </pc:spChg>
        <pc:spChg chg="del">
          <ac:chgData name="Will Haughey" userId="31e66973-9b6f-4e62-8d53-fa9f1d2d6c62" providerId="ADAL" clId="{6A91411C-985D-4D5E-9FC9-C5EBA15B1F2F}" dt="2026-05-31T18:27:55.769" v="170" actId="478"/>
          <ac:spMkLst>
            <pc:docMk/>
            <pc:sldMk cId="650063099" sldId="303"/>
            <ac:spMk id="35" creationId="{24B50FA8-F3EA-F7BA-AF02-EBF35C4365A6}"/>
          </ac:spMkLst>
        </pc:spChg>
        <pc:spChg chg="del">
          <ac:chgData name="Will Haughey" userId="31e66973-9b6f-4e62-8d53-fa9f1d2d6c62" providerId="ADAL" clId="{6A91411C-985D-4D5E-9FC9-C5EBA15B1F2F}" dt="2026-05-31T18:27:55.769" v="170" actId="478"/>
          <ac:spMkLst>
            <pc:docMk/>
            <pc:sldMk cId="650063099" sldId="303"/>
            <ac:spMk id="50" creationId="{C4AF1987-80B7-A2BB-1254-279B8B092A23}"/>
          </ac:spMkLst>
        </pc:spChg>
        <pc:picChg chg="add mod">
          <ac:chgData name="Will Haughey" userId="31e66973-9b6f-4e62-8d53-fa9f1d2d6c62" providerId="ADAL" clId="{6A91411C-985D-4D5E-9FC9-C5EBA15B1F2F}" dt="2026-05-31T18:28:08.290" v="174"/>
          <ac:picMkLst>
            <pc:docMk/>
            <pc:sldMk cId="650063099" sldId="303"/>
            <ac:picMk id="16" creationId="{376D385D-E741-CA3A-355E-C9C765E9E419}"/>
          </ac:picMkLst>
        </pc:picChg>
      </pc:sldChg>
      <pc:sldChg chg="addSp delSp modSp add mod modClrScheme chgLayout">
        <pc:chgData name="Will Haughey" userId="31e66973-9b6f-4e62-8d53-fa9f1d2d6c62" providerId="ADAL" clId="{6A91411C-985D-4D5E-9FC9-C5EBA15B1F2F}" dt="2026-05-31T18:30:12.909" v="202" actId="1076"/>
        <pc:sldMkLst>
          <pc:docMk/>
          <pc:sldMk cId="1833130266" sldId="304"/>
        </pc:sldMkLst>
        <pc:spChg chg="mod ord">
          <ac:chgData name="Will Haughey" userId="31e66973-9b6f-4e62-8d53-fa9f1d2d6c62" providerId="ADAL" clId="{6A91411C-985D-4D5E-9FC9-C5EBA15B1F2F}" dt="2026-05-31T18:30:12.909" v="202" actId="1076"/>
          <ac:spMkLst>
            <pc:docMk/>
            <pc:sldMk cId="1833130266" sldId="304"/>
            <ac:spMk id="3" creationId="{27993E32-2D33-58C9-872D-033F7E608FE6}"/>
          </ac:spMkLst>
        </pc:spChg>
        <pc:spChg chg="add mod">
          <ac:chgData name="Will Haughey" userId="31e66973-9b6f-4e62-8d53-fa9f1d2d6c62" providerId="ADAL" clId="{6A91411C-985D-4D5E-9FC9-C5EBA15B1F2F}" dt="2026-05-31T18:27:31.683" v="163" actId="26606"/>
          <ac:spMkLst>
            <pc:docMk/>
            <pc:sldMk cId="1833130266" sldId="304"/>
            <ac:spMk id="9" creationId="{1BCE0FEB-0A7C-5354-2620-D70DB540D2DC}"/>
          </ac:spMkLst>
        </pc:spChg>
        <pc:picChg chg="add mod">
          <ac:chgData name="Will Haughey" userId="31e66973-9b6f-4e62-8d53-fa9f1d2d6c62" providerId="ADAL" clId="{6A91411C-985D-4D5E-9FC9-C5EBA15B1F2F}" dt="2026-05-31T18:29:34.793" v="192" actId="14100"/>
          <ac:picMkLst>
            <pc:docMk/>
            <pc:sldMk cId="1833130266" sldId="304"/>
            <ac:picMk id="4" creationId="{D27D7098-5FD8-35EE-4BB1-1A4803047947}"/>
          </ac:picMkLst>
        </pc:picChg>
        <pc:picChg chg="del">
          <ac:chgData name="Will Haughey" userId="31e66973-9b6f-4e62-8d53-fa9f1d2d6c62" providerId="ADAL" clId="{6A91411C-985D-4D5E-9FC9-C5EBA15B1F2F}" dt="2026-05-31T18:27:01.875" v="160" actId="478"/>
          <ac:picMkLst>
            <pc:docMk/>
            <pc:sldMk cId="1833130266" sldId="304"/>
            <ac:picMk id="18" creationId="{BF5E700C-2138-3942-42C7-D0794D1B2FA0}"/>
          </ac:picMkLst>
        </pc:picChg>
      </pc:sldChg>
      <pc:sldChg chg="add">
        <pc:chgData name="Will Haughey" userId="31e66973-9b6f-4e62-8d53-fa9f1d2d6c62" providerId="ADAL" clId="{6A91411C-985D-4D5E-9FC9-C5EBA15B1F2F}" dt="2026-05-31T18:27:50.228" v="169"/>
        <pc:sldMkLst>
          <pc:docMk/>
          <pc:sldMk cId="3712770157" sldId="305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tx1"/>
              </a:solidFill>
              <a:ln>
                <a:solidFill>
                  <a:schemeClr val="bg1"/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New Zealand</c:v>
                </c:pt>
                <c:pt idx="1">
                  <c:v>Australia</c:v>
                </c:pt>
                <c:pt idx="2">
                  <c:v>England</c:v>
                </c:pt>
                <c:pt idx="3">
                  <c:v>South Africa</c:v>
                </c:pt>
                <c:pt idx="4">
                  <c:v>France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27</c:v>
                </c:pt>
                <c:pt idx="2">
                  <c:v>57</c:v>
                </c:pt>
                <c:pt idx="3">
                  <c:v>60</c:v>
                </c:pt>
                <c:pt idx="4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2D-4D29-A1FD-E476322593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84288751"/>
        <c:axId val="1184279631"/>
      </c:barChart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New Zealand</c:v>
                </c:pt>
                <c:pt idx="1">
                  <c:v>Australia</c:v>
                </c:pt>
                <c:pt idx="2">
                  <c:v>England</c:v>
                </c:pt>
                <c:pt idx="3">
                  <c:v>South Africa</c:v>
                </c:pt>
                <c:pt idx="4">
                  <c:v>France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397F-4606-80F5-BD1BC0858D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543534752"/>
        <c:axId val="1543531872"/>
      </c:barChart>
      <c:catAx>
        <c:axId val="1184288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4279631"/>
        <c:crosses val="autoZero"/>
        <c:auto val="1"/>
        <c:lblAlgn val="ctr"/>
        <c:lblOffset val="100"/>
        <c:noMultiLvlLbl val="0"/>
      </c:catAx>
      <c:valAx>
        <c:axId val="11842796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lg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Country</a:t>
                </a:r>
                <a:r>
                  <a:rPr lang="en-US" baseline="0" dirty="0"/>
                  <a:t> Population, Millions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4288751"/>
        <c:crosses val="autoZero"/>
        <c:crossBetween val="between"/>
      </c:valAx>
      <c:valAx>
        <c:axId val="1543531872"/>
        <c:scaling>
          <c:orientation val="minMax"/>
        </c:scaling>
        <c:delete val="1"/>
        <c:axPos val="r"/>
        <c:numFmt formatCode="General" sourceLinked="1"/>
        <c:majorTickMark val="out"/>
        <c:minorTickMark val="none"/>
        <c:tickLblPos val="nextTo"/>
        <c:crossAx val="1543534752"/>
        <c:crosses val="max"/>
        <c:crossBetween val="between"/>
      </c:valAx>
      <c:catAx>
        <c:axId val="154353475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43531872"/>
        <c:crosses val="autoZero"/>
        <c:auto val="1"/>
        <c:lblAlgn val="ctr"/>
        <c:lblOffset val="100"/>
        <c:noMultiLvlLbl val="0"/>
      </c:catAx>
      <c:spPr>
        <a:solidFill>
          <a:schemeClr val="tx1"/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56F32FC-4BD9-442A-A8C6-51598C909FE3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56371FA-A98D-41E8-93F4-09945841298A}" type="datetimeFigureOut">
              <a:rPr lang="en-US" smtClean="0"/>
              <a:t>5/31/2026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137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C20F7-238D-166C-A690-4B89A6179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4DB482-A4D2-4B4C-4184-8F400C32E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804C96-6588-1AC2-18E7-43D3F337B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321BDB-1A6B-7617-F726-6128EBE068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438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ED529-E113-5264-A9C9-EBED144CA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2704EA-CA29-5D1A-99D9-D0147A582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82CF79-DDB9-6B04-D4F1-484177886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81676-7CBA-155C-F957-3B16FDDF15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326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3241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678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4700E-0354-7616-7CF5-462EDAE1A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D28A5A-BCB3-478C-38F7-65E1E9B681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2BB0E-C352-DB2E-C19F-DF17AB750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E2E0D-EFEA-2425-AE16-4F26E0F55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9278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13AA2-A74B-9EE4-0A7F-FD3E802D9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23956-59E4-8AAF-C36E-CA2967DD5B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8D0CB5-76EE-2CBD-D6C8-5938D4AF9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B05004-9579-FBE8-C244-BD11D95A7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020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C42CB-2D68-DF92-9C4F-7591A67BD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782381-B839-A51D-2F85-1D42B0BE0E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1D9C6A-2E25-BF7F-C948-A90CB96DF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B8BD8-B3F9-1D4F-3AFC-D0231E3790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7271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A4AE5-CA8C-BC61-707F-F4428F79B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0C082B-D306-F9A2-3C6E-40B826B4F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DF16D7-4714-83DA-D739-6DBED0677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580D4-DA9C-00AF-FCC0-2EF5F4A2C8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694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094E9-491E-341B-D35C-63968A533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235C29-9E1C-7DF5-31F6-6414A34CF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FEADA-8ECF-089A-3440-9C9203EB6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86CB4-DF63-E1E7-29AA-F2BD08685A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9617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A3215-5E34-DDEA-B904-2C66FB5CB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20CCD-AFBC-6859-9C6B-68FAEEB69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BCED40-8BE0-7B69-DE3C-83BEE86F18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6874C-2449-233B-24FD-5689724CB2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9689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7461D-687F-B2FC-FA4D-82AF6FA30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9E4D21-02A4-3D5A-1CD6-7D1FC20587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77633-7BA7-8CA9-627E-FA385931B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5D5DB-E61A-A9F3-F3B1-80D682D96C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639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24LdiJHcGOkkFlcSD5VXO101fQKnECh2/view?usp=sharing" TargetMode="External"/><Relationship Id="rId7" Type="http://schemas.openxmlformats.org/officeDocument/2006/relationships/hyperlink" Target="https://runsignup.com/Race/FL/Naples/GCRSummerRunforFun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occer3academy.com/" TargetMode="External"/><Relationship Id="rId5" Type="http://schemas.openxmlformats.org/officeDocument/2006/relationships/hyperlink" Target="https://www.naplesswimschool.org/summer-programs" TargetMode="External"/><Relationship Id="rId4" Type="http://schemas.openxmlformats.org/officeDocument/2006/relationships/hyperlink" Target="https://clients.mindbodyonline.com/classic/ws?studioid=5728137&amp;stype=40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33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6221" y="5570806"/>
            <a:ext cx="5376785" cy="1026941"/>
          </a:xfrm>
        </p:spPr>
        <p:txBody>
          <a:bodyPr anchor="ctr"/>
          <a:lstStyle/>
          <a:p>
            <a:pPr algn="r"/>
            <a:r>
              <a:rPr lang="en-US">
                <a:solidFill>
                  <a:schemeClr val="bg1"/>
                </a:solidFill>
              </a:rPr>
              <a:t>G2014 </a:t>
            </a:r>
            <a:r>
              <a:rPr lang="en-US" dirty="0">
                <a:solidFill>
                  <a:schemeClr val="bg1"/>
                </a:solidFill>
              </a:rPr>
              <a:t>Azzurri Storm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Parents &amp; Players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9CA69F-D997-8845-3544-F8FFF48E8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5158" y="225083"/>
            <a:ext cx="1651126" cy="92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2066799"/>
          </a:xfrm>
        </p:spPr>
        <p:txBody>
          <a:bodyPr>
            <a:normAutofit/>
          </a:bodyPr>
          <a:lstStyle/>
          <a:p>
            <a:r>
              <a:rPr lang="en-US" dirty="0"/>
              <a:t>Coach Will</a:t>
            </a:r>
          </a:p>
          <a:p>
            <a:r>
              <a:rPr lang="en-US" dirty="0"/>
              <a:t>Winning Culture</a:t>
            </a:r>
          </a:p>
          <a:p>
            <a:r>
              <a:rPr lang="en-US" dirty="0"/>
              <a:t>Player Expectations</a:t>
            </a:r>
          </a:p>
          <a:p>
            <a:r>
              <a:rPr lang="en-US" dirty="0"/>
              <a:t>Tribe Expectations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CBB89-10C7-D557-3FF4-1E321D0A5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D510F-F949-D8B8-A473-897D2A3490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D2B6DD-0F62-8679-A9C6-68C7CD8F82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 descr="A person standing on a field with a group of kids watching  AI-generated content may be incorrect.">
            <a:extLst>
              <a:ext uri="{FF2B5EF4-FFF2-40B4-BE49-F238E27FC236}">
                <a16:creationId xmlns:a16="http://schemas.microsoft.com/office/drawing/2014/main" id="{C820EF9B-CA93-9E97-F3E2-B4BB422EC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2640" y="-404780"/>
            <a:ext cx="13238528" cy="882017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BC4E01E-B658-0062-D080-CEBF807195EE}"/>
              </a:ext>
            </a:extLst>
          </p:cNvPr>
          <p:cNvSpPr txBox="1">
            <a:spLocks/>
          </p:cNvSpPr>
          <p:nvPr/>
        </p:nvSpPr>
        <p:spPr>
          <a:xfrm>
            <a:off x="2853520" y="171359"/>
            <a:ext cx="3453104" cy="132556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Who is Coach Will?</a:t>
            </a:r>
          </a:p>
        </p:txBody>
      </p:sp>
    </p:spTree>
    <p:extLst>
      <p:ext uri="{BB962C8B-B14F-4D97-AF65-F5344CB8AC3E}">
        <p14:creationId xmlns:p14="http://schemas.microsoft.com/office/powerpoint/2010/main" val="2124114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6A6BA-BE9E-1751-A19F-C564F8AE9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Coach Will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0329B-1E62-860E-F073-9356B9C45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roots</a:t>
            </a:r>
          </a:p>
          <a:p>
            <a:r>
              <a:rPr lang="en-US" dirty="0"/>
              <a:t>My childhood -- #14</a:t>
            </a:r>
          </a:p>
          <a:p>
            <a:r>
              <a:rPr lang="en-US" dirty="0"/>
              <a:t>My family</a:t>
            </a:r>
          </a:p>
          <a:p>
            <a:r>
              <a:rPr lang="en-US" dirty="0"/>
              <a:t>My Faith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EC868-1DD4-8442-19E3-F1B8BE588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7734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7A713-5AAC-9A91-46BC-7822FF7C8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D22511-5EE2-E589-7E3F-0AA5C1ABE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650" y="0"/>
            <a:ext cx="10376700" cy="790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959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4C80D-1D43-C108-FAF7-E3623866D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AEB5180-85EC-78AF-1F50-E8A4588FC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3330" y="-1645641"/>
            <a:ext cx="12647613" cy="948571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B36F210-44C3-9372-5FEF-36AC92B2DE57}"/>
              </a:ext>
            </a:extLst>
          </p:cNvPr>
          <p:cNvSpPr txBox="1">
            <a:spLocks/>
          </p:cNvSpPr>
          <p:nvPr/>
        </p:nvSpPr>
        <p:spPr>
          <a:xfrm>
            <a:off x="6601298" y="106509"/>
            <a:ext cx="5654871" cy="67494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Why I coach</a:t>
            </a:r>
          </a:p>
        </p:txBody>
      </p:sp>
    </p:spTree>
    <p:extLst>
      <p:ext uri="{BB962C8B-B14F-4D97-AF65-F5344CB8AC3E}">
        <p14:creationId xmlns:p14="http://schemas.microsoft.com/office/powerpoint/2010/main" val="4279219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F707E-DBDD-BE8B-E6EE-ED580EEC3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A5B11-9F3E-AD65-2AD2-E0E61136F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680"/>
            <a:ext cx="4179570" cy="3376691"/>
          </a:xfrm>
        </p:spPr>
        <p:txBody>
          <a:bodyPr/>
          <a:lstStyle/>
          <a:p>
            <a:r>
              <a:rPr lang="en-US" dirty="0"/>
              <a:t>Building a winning culture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2834741-F61D-7B72-4138-EC47A6B60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Placeholder 5" descr="A group of men in black uniforms  AI-generated content may be incorrect.">
            <a:extLst>
              <a:ext uri="{FF2B5EF4-FFF2-40B4-BE49-F238E27FC236}">
                <a16:creationId xmlns:a16="http://schemas.microsoft.com/office/drawing/2014/main" id="{70B381A0-D796-9587-C2BB-B6356A3911C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3954" r="13954"/>
          <a:stretch>
            <a:fillRect/>
          </a:stretch>
        </p:blipFill>
        <p:spPr>
          <a:xfrm>
            <a:off x="-32616" y="-14605"/>
            <a:ext cx="6576291" cy="6872605"/>
          </a:xfrm>
        </p:spPr>
      </p:pic>
    </p:spTree>
    <p:extLst>
      <p:ext uri="{BB962C8B-B14F-4D97-AF65-F5344CB8AC3E}">
        <p14:creationId xmlns:p14="http://schemas.microsoft.com/office/powerpoint/2010/main" val="102360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9855C-CF08-89DD-6458-BD6F3FD39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A3E102E-9A49-4F4D-5B24-13126578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AA8B12D8-EF8F-6CC3-634A-C6650F8446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3503688"/>
              </p:ext>
            </p:extLst>
          </p:nvPr>
        </p:nvGraphicFramePr>
        <p:xfrm>
          <a:off x="225083" y="1184690"/>
          <a:ext cx="1163398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CCA193E-61C9-C10F-D9EF-66A36F100297}"/>
              </a:ext>
            </a:extLst>
          </p:cNvPr>
          <p:cNvSpPr txBox="1"/>
          <p:nvPr/>
        </p:nvSpPr>
        <p:spPr>
          <a:xfrm>
            <a:off x="2453951" y="254643"/>
            <a:ext cx="8117633" cy="64633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World Population (Millions)</a:t>
            </a:r>
          </a:p>
        </p:txBody>
      </p:sp>
    </p:spTree>
    <p:extLst>
      <p:ext uri="{BB962C8B-B14F-4D97-AF65-F5344CB8AC3E}">
        <p14:creationId xmlns:p14="http://schemas.microsoft.com/office/powerpoint/2010/main" val="3176178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4268F6-A361-9907-F87F-9C4377EC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Placeholder 5" descr="A group of men in black uniforms  AI-generated content may be incorrect.">
            <a:extLst>
              <a:ext uri="{FF2B5EF4-FFF2-40B4-BE49-F238E27FC236}">
                <a16:creationId xmlns:a16="http://schemas.microsoft.com/office/drawing/2014/main" id="{40002B40-9C32-D1E9-690A-7D578E6118A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3954" r="13954"/>
          <a:stretch>
            <a:fillRect/>
          </a:stretch>
        </p:blipFill>
        <p:spPr>
          <a:xfrm>
            <a:off x="-32616" y="-14605"/>
            <a:ext cx="6576291" cy="6872605"/>
          </a:xfr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23879E-1BAA-D0FC-02E4-E41C2AE10BE0}"/>
              </a:ext>
            </a:extLst>
          </p:cNvPr>
          <p:cNvSpPr txBox="1">
            <a:spLocks/>
          </p:cNvSpPr>
          <p:nvPr/>
        </p:nvSpPr>
        <p:spPr>
          <a:xfrm>
            <a:off x="6543675" y="1607198"/>
            <a:ext cx="5060963" cy="326958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Defining the game</a:t>
            </a:r>
          </a:p>
          <a:p>
            <a:r>
              <a:rPr lang="en-US" dirty="0">
                <a:solidFill>
                  <a:schemeClr val="bg1"/>
                </a:solidFill>
              </a:rPr>
              <a:t>Permission to win</a:t>
            </a:r>
          </a:p>
          <a:p>
            <a:r>
              <a:rPr lang="en-US" dirty="0">
                <a:solidFill>
                  <a:schemeClr val="bg1"/>
                </a:solidFill>
              </a:rPr>
              <a:t>“Excellence Everywhere”</a:t>
            </a:r>
          </a:p>
          <a:p>
            <a:r>
              <a:rPr lang="en-US" dirty="0">
                <a:solidFill>
                  <a:schemeClr val="bg1"/>
                </a:solidFill>
              </a:rPr>
              <a:t>“CDE”</a:t>
            </a:r>
          </a:p>
          <a:p>
            <a:r>
              <a:rPr lang="en-US" dirty="0">
                <a:solidFill>
                  <a:schemeClr val="bg1"/>
                </a:solidFill>
              </a:rPr>
              <a:t>Defense wins championships</a:t>
            </a:r>
          </a:p>
          <a:p>
            <a:r>
              <a:rPr lang="en-US" dirty="0">
                <a:solidFill>
                  <a:schemeClr val="bg1"/>
                </a:solidFill>
              </a:rPr>
              <a:t>Setting a vision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715DC9D-BE1E-78BB-F681-C15D19E6C2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0538" y="6055567"/>
            <a:ext cx="6969968" cy="547790"/>
          </a:xfrm>
          <a:ln>
            <a:solidFill>
              <a:schemeClr val="bg1"/>
            </a:solidFill>
          </a:ln>
        </p:spPr>
        <p:txBody>
          <a:bodyPr/>
          <a:lstStyle/>
          <a:p>
            <a:pPr algn="r"/>
            <a:r>
              <a:rPr lang="en-US" dirty="0"/>
              <a:t>Building a winning culture</a:t>
            </a:r>
          </a:p>
        </p:txBody>
      </p:sp>
    </p:spTree>
    <p:extLst>
      <p:ext uri="{BB962C8B-B14F-4D97-AF65-F5344CB8AC3E}">
        <p14:creationId xmlns:p14="http://schemas.microsoft.com/office/powerpoint/2010/main" val="2241459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FA677-9950-3BDA-D255-E3192100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C975AA-A795-ED24-9D9F-E362AF795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917" y="1028348"/>
            <a:ext cx="1848108" cy="171474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1869280-0069-1246-62B2-87D2FBACECB7}"/>
              </a:ext>
            </a:extLst>
          </p:cNvPr>
          <p:cNvSpPr/>
          <p:nvPr/>
        </p:nvSpPr>
        <p:spPr>
          <a:xfrm>
            <a:off x="4456204" y="948739"/>
            <a:ext cx="2063535" cy="330693"/>
          </a:xfrm>
          <a:prstGeom prst="roundRect">
            <a:avLst/>
          </a:prstGeom>
          <a:noFill/>
          <a:ln w="25400">
            <a:solidFill>
              <a:srgbClr val="FD9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6782B87-55F0-D4CA-48AF-719720B89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259" y="74608"/>
            <a:ext cx="781159" cy="2857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B35FB1C-0FAC-EF78-A269-847E2879B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0016" y="117765"/>
            <a:ext cx="781159" cy="2857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230624-C25F-1DCC-2795-687C406FD0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65065" y="297638"/>
            <a:ext cx="4110839" cy="5016375"/>
          </a:xfrm>
          <a:ln>
            <a:solidFill>
              <a:schemeClr val="bg1"/>
            </a:solidFill>
          </a:ln>
        </p:spPr>
        <p:txBody>
          <a:bodyPr anchor="t"/>
          <a:lstStyle/>
          <a:p>
            <a:r>
              <a:rPr lang="en-US" dirty="0"/>
              <a:t>[Remain/Become a top __ team in the state in the next 12 months by building a tribe and CULTURE committed to excellence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0679325-487D-64DD-6D8C-0B5002BCB2FA}"/>
              </a:ext>
            </a:extLst>
          </p:cNvPr>
          <p:cNvSpPr txBox="1">
            <a:spLocks/>
          </p:cNvSpPr>
          <p:nvPr/>
        </p:nvSpPr>
        <p:spPr>
          <a:xfrm>
            <a:off x="4209747" y="98683"/>
            <a:ext cx="2933066" cy="61365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Next Year?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2091816-C892-35C3-4C54-DAC303A4D088}"/>
              </a:ext>
            </a:extLst>
          </p:cNvPr>
          <p:cNvSpPr txBox="1">
            <a:spLocks/>
          </p:cNvSpPr>
          <p:nvPr/>
        </p:nvSpPr>
        <p:spPr>
          <a:xfrm>
            <a:off x="405744" y="74608"/>
            <a:ext cx="2526063" cy="613652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Last Year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3DCA7B-D4B1-B4A0-2B05-4D685BAD5E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096" y="755140"/>
            <a:ext cx="2526063" cy="549144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77D731-C4C5-0C17-6773-32BBBE32E82F}"/>
              </a:ext>
            </a:extLst>
          </p:cNvPr>
          <p:cNvSpPr/>
          <p:nvPr/>
        </p:nvSpPr>
        <p:spPr>
          <a:xfrm>
            <a:off x="297416" y="5433296"/>
            <a:ext cx="2063535" cy="330693"/>
          </a:xfrm>
          <a:prstGeom prst="roundRect">
            <a:avLst/>
          </a:prstGeom>
          <a:noFill/>
          <a:ln w="25400">
            <a:solidFill>
              <a:srgbClr val="FD9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CC6CC03-7B10-D0EC-993F-9EF3F82CD146}"/>
              </a:ext>
            </a:extLst>
          </p:cNvPr>
          <p:cNvCxnSpPr>
            <a:cxnSpLocks/>
          </p:cNvCxnSpPr>
          <p:nvPr/>
        </p:nvCxnSpPr>
        <p:spPr>
          <a:xfrm flipV="1">
            <a:off x="2143593" y="1515836"/>
            <a:ext cx="2312611" cy="3917460"/>
          </a:xfrm>
          <a:prstGeom prst="straightConnector1">
            <a:avLst/>
          </a:prstGeom>
          <a:ln w="44450">
            <a:solidFill>
              <a:srgbClr val="FD915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7809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/>
              <a:t>Player Expectations</a:t>
            </a:r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5532" y="136526"/>
            <a:ext cx="3106152" cy="642218"/>
          </a:xfrm>
        </p:spPr>
        <p:txBody>
          <a:bodyPr/>
          <a:lstStyle/>
          <a:p>
            <a:r>
              <a:rPr lang="en-US" dirty="0"/>
              <a:t>RULE OF three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06EB27B-3902-72A3-AA85-7FA3F49C7053}"/>
              </a:ext>
            </a:extLst>
          </p:cNvPr>
          <p:cNvSpPr/>
          <p:nvPr/>
        </p:nvSpPr>
        <p:spPr>
          <a:xfrm>
            <a:off x="1525745" y="1680625"/>
            <a:ext cx="5185384" cy="51853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DFFF62C-F5F3-7F9F-86B5-961EBBDF9C0E}"/>
              </a:ext>
            </a:extLst>
          </p:cNvPr>
          <p:cNvSpPr/>
          <p:nvPr/>
        </p:nvSpPr>
        <p:spPr>
          <a:xfrm>
            <a:off x="1670125" y="2610013"/>
            <a:ext cx="4094520" cy="40945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72F8520-15DF-CDBC-41C6-B67666C8BD99}"/>
              </a:ext>
            </a:extLst>
          </p:cNvPr>
          <p:cNvSpPr/>
          <p:nvPr/>
        </p:nvSpPr>
        <p:spPr>
          <a:xfrm>
            <a:off x="1891004" y="4273317"/>
            <a:ext cx="2032999" cy="20329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A1E9E16-93E8-356A-7C6D-50223137DD88}"/>
              </a:ext>
            </a:extLst>
          </p:cNvPr>
          <p:cNvSpPr txBox="1">
            <a:spLocks/>
          </p:cNvSpPr>
          <p:nvPr/>
        </p:nvSpPr>
        <p:spPr>
          <a:xfrm>
            <a:off x="2157672" y="5213158"/>
            <a:ext cx="1559713" cy="23020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dirty="0"/>
              <a:t>YOUR NAME HERE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4834CD0E-A42A-F32C-62D8-6608D70F12BA}"/>
              </a:ext>
            </a:extLst>
          </p:cNvPr>
          <p:cNvSpPr txBox="1">
            <a:spLocks/>
          </p:cNvSpPr>
          <p:nvPr/>
        </p:nvSpPr>
        <p:spPr>
          <a:xfrm>
            <a:off x="3338580" y="3688295"/>
            <a:ext cx="1559713" cy="23020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dirty="0"/>
              <a:t>YOUR TEAM HERE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49E65DE-2ADC-BAB5-E0D5-665B6C82C636}"/>
              </a:ext>
            </a:extLst>
          </p:cNvPr>
          <p:cNvSpPr txBox="1">
            <a:spLocks/>
          </p:cNvSpPr>
          <p:nvPr/>
        </p:nvSpPr>
        <p:spPr>
          <a:xfrm>
            <a:off x="3742369" y="2218333"/>
            <a:ext cx="1800421" cy="23020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dirty="0"/>
              <a:t>YOUR COACH HERE</a:t>
            </a:r>
          </a:p>
        </p:txBody>
      </p:sp>
      <p:graphicFrame>
        <p:nvGraphicFramePr>
          <p:cNvPr id="3" name="Table Placeholder 2">
            <a:extLst>
              <a:ext uri="{FF2B5EF4-FFF2-40B4-BE49-F238E27FC236}">
                <a16:creationId xmlns:a16="http://schemas.microsoft.com/office/drawing/2014/main" id="{70B9AB82-75ED-94B2-6D60-3AEDF87C59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046777"/>
              </p:ext>
            </p:extLst>
          </p:nvPr>
        </p:nvGraphicFramePr>
        <p:xfrm>
          <a:off x="6955438" y="986106"/>
          <a:ext cx="5116246" cy="2307631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87055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276397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276397">
                  <a:extLst>
                    <a:ext uri="{9D8B030D-6E8A-4147-A177-3AD203B41FA5}">
                      <a16:colId xmlns:a16="http://schemas.microsoft.com/office/drawing/2014/main" val="4140869770"/>
                    </a:ext>
                  </a:extLst>
                </a:gridCol>
                <a:gridCol w="1276397">
                  <a:extLst>
                    <a:ext uri="{9D8B030D-6E8A-4147-A177-3AD203B41FA5}">
                      <a16:colId xmlns:a16="http://schemas.microsoft.com/office/drawing/2014/main" val="4167646847"/>
                    </a:ext>
                  </a:extLst>
                </a:gridCol>
              </a:tblGrid>
              <a:tr h="591563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Partnership 1</a:t>
                      </a:r>
                    </a:p>
                  </a:txBody>
                  <a:tcPr marL="33313" marR="33313" marT="16656" marB="16656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enorite"/>
                          <a:ea typeface="+mn-ea"/>
                          <a:cs typeface="+mn-cs"/>
                        </a:rPr>
                        <a:t>Partnership 2</a:t>
                      </a:r>
                      <a:endParaRPr lang="en-US" sz="1600" b="0" dirty="0"/>
                    </a:p>
                  </a:txBody>
                  <a:tcPr marL="33313" marR="33313" marT="16656" marB="16656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enorite"/>
                          <a:ea typeface="+mn-ea"/>
                          <a:cs typeface="+mn-cs"/>
                        </a:rPr>
                        <a:t>Partnership 3</a:t>
                      </a:r>
                      <a:endParaRPr lang="en-US" sz="1600" b="0" dirty="0"/>
                    </a:p>
                  </a:txBody>
                  <a:tcPr marL="33313" marR="33313" marT="16656" marB="16656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Tenorite"/>
                          <a:ea typeface="+mn-ea"/>
                          <a:cs typeface="+mn-cs"/>
                        </a:rPr>
                        <a:t>Partnership 4</a:t>
                      </a:r>
                      <a:endParaRPr lang="en-US" sz="1600" b="0" dirty="0"/>
                    </a:p>
                  </a:txBody>
                  <a:tcPr marL="33313" marR="33313" marT="16656" marB="16656" anchor="b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42901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dirty="0">
                          <a:effectLst/>
                        </a:rPr>
                        <a:t>Baylor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dirty="0">
                          <a:effectLst/>
                        </a:rPr>
                        <a:t>Susie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Reese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Hailey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42901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Myra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dirty="0">
                          <a:effectLst/>
                        </a:rPr>
                        <a:t>Noelle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Marie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Hannah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42901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Camryn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Mady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Charlotte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>
                          <a:effectLst/>
                        </a:rPr>
                        <a:t>Melissa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42901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dirty="0">
                          <a:effectLst/>
                        </a:rPr>
                        <a:t>London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dirty="0">
                          <a:effectLst/>
                        </a:rPr>
                        <a:t>Caroline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dirty="0">
                          <a:effectLst/>
                        </a:rPr>
                        <a:t>Ellie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dirty="0">
                          <a:effectLst/>
                        </a:rPr>
                        <a:t>Kaia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4E33C-4B26-7D7D-B692-1FE1551DC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0EC2461-9C75-256A-5902-C181CBB4CA24}"/>
              </a:ext>
            </a:extLst>
          </p:cNvPr>
          <p:cNvSpPr/>
          <p:nvPr/>
        </p:nvSpPr>
        <p:spPr>
          <a:xfrm>
            <a:off x="2234243" y="2307074"/>
            <a:ext cx="2926080" cy="34747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277B26-7354-0A2F-D43A-B461E3519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3899" y="15259"/>
            <a:ext cx="4417785" cy="642218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/>
              <a:t>Summer of opportunity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06C5DA7-1E90-2C1D-3BD0-CB7E957C4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978F390-FC01-0AA4-AA9E-2126E465281B}"/>
              </a:ext>
            </a:extLst>
          </p:cNvPr>
          <p:cNvSpPr txBox="1">
            <a:spLocks/>
          </p:cNvSpPr>
          <p:nvPr/>
        </p:nvSpPr>
        <p:spPr>
          <a:xfrm>
            <a:off x="6318617" y="1944120"/>
            <a:ext cx="1559713" cy="2302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dirty="0"/>
              <a:t>Spring 2027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5E4E7C3-606D-175E-9570-B763AE6F9F61}"/>
              </a:ext>
            </a:extLst>
          </p:cNvPr>
          <p:cNvSpPr txBox="1">
            <a:spLocks/>
          </p:cNvSpPr>
          <p:nvPr/>
        </p:nvSpPr>
        <p:spPr>
          <a:xfrm>
            <a:off x="2917426" y="1944120"/>
            <a:ext cx="1559713" cy="2302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dirty="0"/>
              <a:t>Fall of 2026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50C89D10-3DB9-68C5-98D6-7E5B9A901AB2}"/>
              </a:ext>
            </a:extLst>
          </p:cNvPr>
          <p:cNvSpPr txBox="1">
            <a:spLocks/>
          </p:cNvSpPr>
          <p:nvPr/>
        </p:nvSpPr>
        <p:spPr>
          <a:xfrm>
            <a:off x="9473139" y="1944120"/>
            <a:ext cx="1800421" cy="2302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dirty="0"/>
              <a:t>Summer 2026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C850AE3-D440-8123-0B68-53477F9E2A1A}"/>
              </a:ext>
            </a:extLst>
          </p:cNvPr>
          <p:cNvSpPr/>
          <p:nvPr/>
        </p:nvSpPr>
        <p:spPr>
          <a:xfrm>
            <a:off x="9036625" y="2245412"/>
            <a:ext cx="2743200" cy="3200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FC0F518-1E69-87BB-21C5-77394B9BC285}"/>
              </a:ext>
            </a:extLst>
          </p:cNvPr>
          <p:cNvSpPr/>
          <p:nvPr/>
        </p:nvSpPr>
        <p:spPr>
          <a:xfrm>
            <a:off x="5315394" y="2307074"/>
            <a:ext cx="3566160" cy="42062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D832553-9B2B-A19A-C8A4-1020B4C90844}"/>
              </a:ext>
            </a:extLst>
          </p:cNvPr>
          <p:cNvSpPr txBox="1">
            <a:spLocks/>
          </p:cNvSpPr>
          <p:nvPr/>
        </p:nvSpPr>
        <p:spPr>
          <a:xfrm>
            <a:off x="2480752" y="3129389"/>
            <a:ext cx="2433059" cy="18300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dirty="0"/>
              <a:t>17 Weeks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69C8695-EA4F-3A10-A058-A3EAD60ACDC3}"/>
              </a:ext>
            </a:extLst>
          </p:cNvPr>
          <p:cNvSpPr txBox="1">
            <a:spLocks/>
          </p:cNvSpPr>
          <p:nvPr/>
        </p:nvSpPr>
        <p:spPr>
          <a:xfrm>
            <a:off x="5881943" y="3758117"/>
            <a:ext cx="2433059" cy="130415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dirty="0"/>
              <a:t>20 Weeks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C106E11-DEB2-4F77-553E-915657FBD2C4}"/>
              </a:ext>
            </a:extLst>
          </p:cNvPr>
          <p:cNvSpPr txBox="1">
            <a:spLocks/>
          </p:cNvSpPr>
          <p:nvPr/>
        </p:nvSpPr>
        <p:spPr>
          <a:xfrm>
            <a:off x="9191695" y="3193536"/>
            <a:ext cx="2433059" cy="130415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dirty="0"/>
              <a:t>10 Weeks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894821-8E5B-4644-7204-EF4BDC57D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3628" y="865928"/>
            <a:ext cx="1651126" cy="924215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CA5F98A-D1F8-142C-0759-36A5F70933E9}"/>
              </a:ext>
            </a:extLst>
          </p:cNvPr>
          <p:cNvSpPr txBox="1">
            <a:spLocks/>
          </p:cNvSpPr>
          <p:nvPr/>
        </p:nvSpPr>
        <p:spPr>
          <a:xfrm>
            <a:off x="4137441" y="645176"/>
            <a:ext cx="2743200" cy="642218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200" dirty="0"/>
              <a:t>There’s </a:t>
            </a:r>
            <a:r>
              <a:rPr lang="en-US" sz="1200" u="sng" dirty="0"/>
              <a:t>a lot</a:t>
            </a:r>
            <a:r>
              <a:rPr lang="en-US" sz="1200" dirty="0"/>
              <a:t> of time to </a:t>
            </a:r>
          </a:p>
          <a:p>
            <a:pPr algn="ctr"/>
            <a:r>
              <a:rPr lang="en-US" sz="1200" dirty="0"/>
              <a:t>advance your game this summer </a:t>
            </a:r>
          </a:p>
          <a:p>
            <a:pPr algn="ctr"/>
            <a:r>
              <a:rPr lang="en-US" sz="1200" dirty="0"/>
              <a:t>if you commit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42C5094-69BE-0422-C637-BA062A92204D}"/>
              </a:ext>
            </a:extLst>
          </p:cNvPr>
          <p:cNvCxnSpPr>
            <a:cxnSpLocks/>
            <a:stCxn id="12" idx="0"/>
            <a:endCxn id="12" idx="0"/>
          </p:cNvCxnSpPr>
          <p:nvPr/>
        </p:nvCxnSpPr>
        <p:spPr>
          <a:xfrm>
            <a:off x="5509041" y="645176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5B200DB-0995-E90E-689B-0E6A4119011F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509041" y="1287394"/>
            <a:ext cx="3674588" cy="8112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8317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B2C37-F750-CA96-59AD-6AA935BC7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8E185D6-4CB8-E960-4414-6402336E8C19}"/>
              </a:ext>
            </a:extLst>
          </p:cNvPr>
          <p:cNvSpPr txBox="1">
            <a:spLocks/>
          </p:cNvSpPr>
          <p:nvPr/>
        </p:nvSpPr>
        <p:spPr>
          <a:xfrm>
            <a:off x="6991350" y="487680"/>
            <a:ext cx="4179570" cy="337669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kern="1200" cap="all" spc="15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Summer of opportunity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7336BD0-6D8C-E310-9715-23CF91B600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78" r="14172" b="1"/>
          <a:stretch>
            <a:fillRect/>
          </a:stretch>
        </p:blipFill>
        <p:spPr>
          <a:xfrm>
            <a:off x="152420" y="-7303"/>
            <a:ext cx="657627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534736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F819-9B9F-473A-B7A9-356F682CC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7D7098-5FD8-35EE-4BB1-1A4803047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8" y="99050"/>
            <a:ext cx="6793667" cy="6504934"/>
          </a:xfrm>
          <a:prstGeom prst="rect">
            <a:avLst/>
          </a:prstGeom>
          <a:noFill/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BCE0FEB-0A7C-5354-2620-D70DB540D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7993E32-2D33-58C9-872D-033F7E608FE6}"/>
              </a:ext>
            </a:extLst>
          </p:cNvPr>
          <p:cNvSpPr txBox="1">
            <a:spLocks/>
          </p:cNvSpPr>
          <p:nvPr/>
        </p:nvSpPr>
        <p:spPr>
          <a:xfrm>
            <a:off x="4284689" y="201550"/>
            <a:ext cx="2325974" cy="705354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24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Summer of opportunity</a:t>
            </a:r>
          </a:p>
        </p:txBody>
      </p:sp>
    </p:spTree>
    <p:extLst>
      <p:ext uri="{BB962C8B-B14F-4D97-AF65-F5344CB8AC3E}">
        <p14:creationId xmlns:p14="http://schemas.microsoft.com/office/powerpoint/2010/main" val="1833130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DBE6F-9166-3B15-7BBF-49BE9CE04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DA7B9-CD8D-763E-25B6-9CFF410B2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2026 Summer of Success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AA3639B-23BC-3B03-7D39-B8953BF53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97255"/>
            <a:ext cx="3924300" cy="464499"/>
          </a:xfrm>
        </p:spPr>
        <p:txBody>
          <a:bodyPr/>
          <a:lstStyle/>
          <a:p>
            <a:r>
              <a:rPr lang="en-US" dirty="0"/>
              <a:t>Personal Work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3240DA7C-BFCE-BD68-76A6-4DF280D462B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3251596"/>
            <a:ext cx="3943627" cy="3234264"/>
          </a:xfrm>
        </p:spPr>
        <p:txBody>
          <a:bodyPr>
            <a:normAutofit lnSpcReduction="10000"/>
          </a:bodyPr>
          <a:lstStyle/>
          <a:p>
            <a:pPr lvl="1"/>
            <a:r>
              <a:rPr lang="en-US" dirty="0"/>
              <a:t>Define your commitment and Pick “one thing”(to improve the most)</a:t>
            </a:r>
          </a:p>
          <a:p>
            <a:pPr lvl="1"/>
            <a:r>
              <a:rPr lang="en-US" dirty="0"/>
              <a:t>Make your commitment known to your family, your team and your coach</a:t>
            </a:r>
          </a:p>
          <a:p>
            <a:pPr lvl="1"/>
            <a:r>
              <a:rPr lang="en-US" dirty="0"/>
              <a:t>Make a goal for yourself, share with your team</a:t>
            </a:r>
          </a:p>
          <a:p>
            <a:pPr lvl="1"/>
            <a:r>
              <a:rPr lang="en-US" dirty="0"/>
              <a:t>Hold your partner accountable</a:t>
            </a:r>
          </a:p>
          <a:p>
            <a:pPr lvl="1"/>
            <a:r>
              <a:rPr lang="en-US" dirty="0"/>
              <a:t>Do the work, share the work</a:t>
            </a:r>
          </a:p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EAFB4AF-85D2-E211-687E-D7B94F24B4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797255"/>
            <a:ext cx="3943627" cy="464499"/>
          </a:xfrm>
        </p:spPr>
        <p:txBody>
          <a:bodyPr/>
          <a:lstStyle/>
          <a:p>
            <a:r>
              <a:rPr lang="en-US" dirty="0"/>
              <a:t>Team Time</a:t>
            </a: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5436C349-D85F-F85D-26BB-8FAE90EEE64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410173" y="3251595"/>
            <a:ext cx="3943627" cy="3234264"/>
          </a:xfrm>
        </p:spPr>
        <p:txBody>
          <a:bodyPr>
            <a:normAutofit/>
          </a:bodyPr>
          <a:lstStyle/>
          <a:p>
            <a:r>
              <a:rPr lang="en-US" dirty="0"/>
              <a:t>Let’s have fun, encourage one another…commit together:</a:t>
            </a:r>
          </a:p>
          <a:p>
            <a:pPr lvl="1"/>
            <a:r>
              <a:rPr lang="en-US" dirty="0"/>
              <a:t>Kick arounds</a:t>
            </a:r>
          </a:p>
          <a:p>
            <a:pPr lvl="1"/>
            <a:r>
              <a:rPr lang="en-US" dirty="0"/>
              <a:t>Left foot sessions</a:t>
            </a:r>
          </a:p>
          <a:p>
            <a:pPr lvl="1"/>
            <a:r>
              <a:rPr lang="en-US" dirty="0"/>
              <a:t>Fitness Sessions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894C19-48DC-330E-8A7E-B3D292E78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770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1730C-CEB3-1494-EF21-B9E5C1CD0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61D6-2576-5822-DCC0-38B06D7E6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464499"/>
          </a:xfrm>
        </p:spPr>
        <p:txBody>
          <a:bodyPr>
            <a:normAutofit fontScale="90000"/>
          </a:bodyPr>
          <a:lstStyle/>
          <a:p>
            <a:r>
              <a:rPr lang="en-US" dirty="0"/>
              <a:t>2026 Summer of Success -- IDEAS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C45B2F3-4074-66EB-68B4-5AFD24351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1505866"/>
            <a:ext cx="3924300" cy="464499"/>
          </a:xfrm>
        </p:spPr>
        <p:txBody>
          <a:bodyPr/>
          <a:lstStyle/>
          <a:p>
            <a:r>
              <a:rPr lang="en-US" dirty="0"/>
              <a:t>Personal Work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73894DC1-9F9A-4C93-AE56-D4F2590E807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1960207"/>
            <a:ext cx="7439650" cy="3822972"/>
          </a:xfrm>
        </p:spPr>
        <p:txBody>
          <a:bodyPr>
            <a:normAutofit fontScale="85000" lnSpcReduction="20000"/>
          </a:bodyPr>
          <a:lstStyle/>
          <a:p>
            <a:pPr lvl="1"/>
            <a:r>
              <a:rPr lang="en-US" dirty="0"/>
              <a:t>PERSONAL PLAN AT HOME – CDE Website</a:t>
            </a:r>
          </a:p>
          <a:p>
            <a:pPr lvl="2"/>
            <a:r>
              <a:rPr lang="en-US" dirty="0">
                <a:hlinkClick r:id="rId3"/>
              </a:rPr>
              <a:t>Basics + advanced</a:t>
            </a:r>
          </a:p>
          <a:p>
            <a:pPr lvl="2"/>
            <a:r>
              <a:rPr lang="en-US" dirty="0">
                <a:hlinkClick r:id="rId3"/>
              </a:rPr>
              <a:t>Super 7s</a:t>
            </a:r>
            <a:endParaRPr lang="en-US" dirty="0"/>
          </a:p>
          <a:p>
            <a:pPr lvl="2"/>
            <a:r>
              <a:rPr lang="en-US" dirty="0"/>
              <a:t>Left foot (work off the walls…100s of times)</a:t>
            </a:r>
          </a:p>
          <a:p>
            <a:pPr lvl="2"/>
            <a:r>
              <a:rPr lang="en-US" dirty="0"/>
              <a:t>Juggling (show up with 25 in August)</a:t>
            </a:r>
          </a:p>
          <a:p>
            <a:pPr lvl="1"/>
            <a:r>
              <a:rPr lang="en-US" dirty="0">
                <a:hlinkClick r:id="rId4"/>
              </a:rPr>
              <a:t>BILD STRENGTH TRAINING</a:t>
            </a:r>
            <a:endParaRPr lang="en-US" dirty="0"/>
          </a:p>
          <a:p>
            <a:pPr lvl="1"/>
            <a:r>
              <a:rPr lang="en-US" dirty="0">
                <a:hlinkClick r:id="rId5"/>
              </a:rPr>
              <a:t>SWIM TEAM</a:t>
            </a:r>
            <a:r>
              <a:rPr lang="en-US" dirty="0"/>
              <a:t>, GYMNASTICS</a:t>
            </a:r>
          </a:p>
          <a:p>
            <a:pPr lvl="1"/>
            <a:r>
              <a:rPr lang="en-US" dirty="0">
                <a:hlinkClick r:id="rId6"/>
              </a:rPr>
              <a:t>Futsal</a:t>
            </a:r>
            <a:r>
              <a:rPr lang="en-US" dirty="0"/>
              <a:t>, 3v3 and 5v5</a:t>
            </a:r>
          </a:p>
          <a:p>
            <a:pPr lvl="1"/>
            <a:r>
              <a:rPr lang="en-US" dirty="0"/>
              <a:t>Running</a:t>
            </a:r>
          </a:p>
          <a:p>
            <a:pPr lvl="2"/>
            <a:r>
              <a:rPr lang="en-US" dirty="0">
                <a:hlinkClick r:id="rId7"/>
              </a:rPr>
              <a:t>Summer Fun Runs GC Runners</a:t>
            </a:r>
            <a:endParaRPr lang="en-US" dirty="0"/>
          </a:p>
          <a:p>
            <a:pPr lvl="2"/>
            <a:r>
              <a:rPr lang="en-US" dirty="0"/>
              <a:t>SIGN UP FOR A 5K</a:t>
            </a:r>
          </a:p>
          <a:p>
            <a:pPr lvl="2"/>
            <a:r>
              <a:rPr lang="en-US" dirty="0"/>
              <a:t>Run each day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BC60E2D-E6E5-447B-CFA5-8AA8209E5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444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5EAB1-6333-B0D1-5A99-C1EF32C15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07533-02E8-FE50-A2BB-7D3161B94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dirty="0"/>
              <a:t>TRIBE Expectations</a:t>
            </a:r>
          </a:p>
        </p:txBody>
      </p:sp>
    </p:spTree>
    <p:extLst>
      <p:ext uri="{BB962C8B-B14F-4D97-AF65-F5344CB8AC3E}">
        <p14:creationId xmlns:p14="http://schemas.microsoft.com/office/powerpoint/2010/main" val="1503217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91436-BF25-00FB-7996-6C6DFFD7A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6E40D-D41C-D985-C72F-8F1F65F17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2026-2027 Tribe Expectations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02CF2D5-62D4-5488-FC8D-AF270814F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97255"/>
            <a:ext cx="3924300" cy="464499"/>
          </a:xfrm>
        </p:spPr>
        <p:txBody>
          <a:bodyPr/>
          <a:lstStyle/>
          <a:p>
            <a:r>
              <a:rPr lang="en-US" dirty="0"/>
              <a:t>Families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B521ECA3-3FC7-2FC5-EE2C-00019B02E73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3251596"/>
            <a:ext cx="3943627" cy="3234264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Commit now</a:t>
            </a:r>
          </a:p>
          <a:p>
            <a:pPr lvl="1"/>
            <a:r>
              <a:rPr lang="en-US" dirty="0"/>
              <a:t>Communicate well</a:t>
            </a:r>
          </a:p>
          <a:p>
            <a:pPr lvl="1"/>
            <a:r>
              <a:rPr lang="en-US" dirty="0"/>
              <a:t>Schedule – Coach Will / Brooke</a:t>
            </a:r>
          </a:p>
          <a:p>
            <a:pPr lvl="2"/>
            <a:r>
              <a:rPr lang="en-US" dirty="0"/>
              <a:t>Sundays</a:t>
            </a:r>
          </a:p>
          <a:p>
            <a:pPr lvl="2"/>
            <a:r>
              <a:rPr lang="en-US" dirty="0"/>
              <a:t>Away / Home</a:t>
            </a:r>
          </a:p>
          <a:p>
            <a:pPr lvl="2"/>
            <a:r>
              <a:rPr lang="en-US" dirty="0"/>
              <a:t>9v9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4F9B422-8642-D509-BCD6-BD4AB6C397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10173" y="2797255"/>
            <a:ext cx="3943627" cy="464499"/>
          </a:xfrm>
        </p:spPr>
        <p:txBody>
          <a:bodyPr/>
          <a:lstStyle/>
          <a:p>
            <a:r>
              <a:rPr lang="en-US" dirty="0"/>
              <a:t>Group</a:t>
            </a: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DD50E152-713F-3B98-4E78-35E747956BF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410173" y="3251595"/>
            <a:ext cx="3943627" cy="3234264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Rides</a:t>
            </a:r>
          </a:p>
          <a:p>
            <a:pPr lvl="1"/>
            <a:r>
              <a:rPr lang="en-US" dirty="0"/>
              <a:t>Tent</a:t>
            </a:r>
          </a:p>
          <a:p>
            <a:pPr lvl="1"/>
            <a:r>
              <a:rPr lang="en-US" dirty="0"/>
              <a:t>Gear (GoFundMe)</a:t>
            </a:r>
          </a:p>
          <a:p>
            <a:pPr lvl="1"/>
            <a:r>
              <a:rPr lang="en-US" dirty="0"/>
              <a:t>Photographer</a:t>
            </a:r>
          </a:p>
          <a:p>
            <a:pPr lvl="1"/>
            <a:r>
              <a:rPr lang="en-US" dirty="0"/>
              <a:t>Veo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D6B36D3-21CB-1A0E-B062-389F1E48D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8091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9168DCE-134F-4610-A6AA-88CEBE8D71D2}">
  <ds:schemaRefs>
    <ds:schemaRef ds:uri="230e9df3-be65-4c73-a93b-d1236ebd677e"/>
    <ds:schemaRef ds:uri="http://purl.org/dc/elements/1.1/"/>
    <ds:schemaRef ds:uri="http://purl.org/dc/terms/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schemas.microsoft.com/sharepoint/v3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{119D41D9-25D9-4AC8-AFBC-C0B0645DE209}tf67328976_win32</Template>
  <TotalTime>652</TotalTime>
  <Words>374</Words>
  <Application>Microsoft Office PowerPoint</Application>
  <PresentationFormat>Widescreen</PresentationFormat>
  <Paragraphs>130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Tenorite</vt:lpstr>
      <vt:lpstr>Custom</vt:lpstr>
      <vt:lpstr>G2014 Azzurri Storm Parents &amp; Players</vt:lpstr>
      <vt:lpstr>AGENDA</vt:lpstr>
      <vt:lpstr>PowerPoint Presentation</vt:lpstr>
      <vt:lpstr>Coach Will</vt:lpstr>
      <vt:lpstr>PowerPoint Presentation</vt:lpstr>
      <vt:lpstr>PowerPoint Presentation</vt:lpstr>
      <vt:lpstr>Building a winning culture</vt:lpstr>
      <vt:lpstr>PowerPoint Presentation</vt:lpstr>
      <vt:lpstr>Building a winning culture</vt:lpstr>
      <vt:lpstr>[Remain/Become a top __ team in the state in the next 12 months by building a tribe and CULTURE committed to excellence</vt:lpstr>
      <vt:lpstr>Player Expectations</vt:lpstr>
      <vt:lpstr>RULE OF three</vt:lpstr>
      <vt:lpstr>Summer of opportunity</vt:lpstr>
      <vt:lpstr>PowerPoint Presentation</vt:lpstr>
      <vt:lpstr>PowerPoint Presentation</vt:lpstr>
      <vt:lpstr>2026 Summer of Success</vt:lpstr>
      <vt:lpstr>2026 Summer of Success -- IDEAS</vt:lpstr>
      <vt:lpstr>TRIBE Expectations</vt:lpstr>
      <vt:lpstr>2026-2027 Tribe Expectations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 Haughey</dc:creator>
  <cp:lastModifiedBy>Will Haughey</cp:lastModifiedBy>
  <cp:revision>3</cp:revision>
  <cp:lastPrinted>2025-05-20T00:34:22Z</cp:lastPrinted>
  <dcterms:created xsi:type="dcterms:W3CDTF">2025-05-19T19:50:31Z</dcterms:created>
  <dcterms:modified xsi:type="dcterms:W3CDTF">2026-05-31T18:32:07Z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